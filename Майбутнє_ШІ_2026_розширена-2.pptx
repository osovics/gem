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Майбутнє штучного інтелекту у 2026 році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Розширена презентація</a:t>
            </a:r>
          </a:p>
          <a:p>
            <a:r>
              <a:t>2026 рік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Що таке штучний інтелект?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ШІ — це технологія, яка дозволяє комп’ютерам</a:t>
            </a:r>
          </a:p>
          <a:p>
            <a:r>
              <a:t>аналізувати дані, навчатися та приймати рішення.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Як розвивався ШІ?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1950–2000: перші алгоритми</a:t>
            </a:r>
          </a:p>
          <a:p>
            <a:r>
              <a:t>• 2010–2020: машинне навчання</a:t>
            </a:r>
          </a:p>
          <a:p>
            <a:r>
              <a:t>• 2020–2026: генеративний ШІ та автономні системи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Головні тренди 2026 року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Генеративні моделі</a:t>
            </a:r>
          </a:p>
          <a:p>
            <a:r>
              <a:t>• Персональні AI-асистенти</a:t>
            </a:r>
          </a:p>
          <a:p>
            <a:r>
              <a:t>• Автоматизація бізнесу</a:t>
            </a:r>
          </a:p>
          <a:p>
            <a:r>
              <a:t>• Розумні роботи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Генеративний ШІ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Створення текстів, зображень,</a:t>
            </a:r>
          </a:p>
          <a:p>
            <a:r>
              <a:t>відео та програмного коду.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ШІ в освіті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Індивідуальні навчальні плани</a:t>
            </a:r>
          </a:p>
          <a:p>
            <a:r>
              <a:t>• Віртуальні репетитори</a:t>
            </a:r>
          </a:p>
          <a:p>
            <a:r>
              <a:t>• Автоматична перевірка завдань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Онлайн-навчання у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Розумні платформи</a:t>
            </a:r>
          </a:p>
          <a:p>
            <a:r>
              <a:t>• Аналіз прогресу учнів</a:t>
            </a:r>
          </a:p>
          <a:p>
            <a:r>
              <a:t>• Підказки в реальному часі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ШІ в медицині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Рання діагностика захворювань</a:t>
            </a:r>
          </a:p>
          <a:p>
            <a:r>
              <a:t>• Аналіз медичних знімків</a:t>
            </a:r>
          </a:p>
          <a:p>
            <a:r>
              <a:t>• Допомога лікарям у прийнятті рішень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Роботизована медицина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Хірургічні роботи</a:t>
            </a:r>
          </a:p>
          <a:p>
            <a:r>
              <a:t>• Дистанційні консультації</a:t>
            </a:r>
          </a:p>
          <a:p>
            <a:r>
              <a:t>• AI-моніторинг пацієнтів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ШІ в транспорті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Автономні автомобілі</a:t>
            </a:r>
          </a:p>
          <a:p>
            <a:r>
              <a:t>• Оптимізація маршрутів</a:t>
            </a:r>
          </a:p>
          <a:p>
            <a:r>
              <a:t>• Зменшення аварійності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ШІ в бізнесі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Автоматизація процесів</a:t>
            </a:r>
          </a:p>
          <a:p>
            <a:r>
              <a:t>• Аналіз ринку</a:t>
            </a:r>
          </a:p>
          <a:p>
            <a:r>
              <a:t>• Прогнозування продажів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ШІ у повсякденному житті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Розумні будинки</a:t>
            </a:r>
          </a:p>
          <a:p>
            <a:r>
              <a:t>• Голосові помічники</a:t>
            </a:r>
          </a:p>
          <a:p>
            <a:r>
              <a:t>• Персональні рекомендації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ШІ та безпека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Кіберзахист</a:t>
            </a:r>
          </a:p>
          <a:p>
            <a:r>
              <a:t>• Розпізнавання облич</a:t>
            </a:r>
          </a:p>
          <a:p>
            <a:r>
              <a:t>• Аналіз загроз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Переваги розвитку ШІ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Економія часу</a:t>
            </a:r>
          </a:p>
          <a:p>
            <a:r>
              <a:t>• Підвищення продуктивності</a:t>
            </a:r>
          </a:p>
          <a:p>
            <a:r>
              <a:t>• Нові можливості для науки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Ризики та виклики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Конфіденційність даних</a:t>
            </a:r>
          </a:p>
          <a:p>
            <a:r>
              <a:t>• Залежність від технологій</a:t>
            </a:r>
          </a:p>
          <a:p>
            <a:r>
              <a:t>• Етичні питання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Етика штучного інтелекту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Відповідальність розробників</a:t>
            </a:r>
          </a:p>
          <a:p>
            <a:r>
              <a:t>• Захист персональних даних</a:t>
            </a:r>
          </a:p>
          <a:p>
            <a:r>
              <a:t>• Контроль використання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Професії майбутнього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AI-інженер</a:t>
            </a:r>
          </a:p>
          <a:p>
            <a:r>
              <a:t>• Аналітик даних</a:t>
            </a:r>
          </a:p>
          <a:p>
            <a:r>
              <a:t>• Розробник роботів</a:t>
            </a:r>
          </a:p>
          <a:p>
            <a:r>
              <a:t>• Спеціаліст з етики ШІ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ШІ в Україні у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Використання в державних сервісах</a:t>
            </a:r>
          </a:p>
          <a:p>
            <a:r>
              <a:t>• Освітні платформи</a:t>
            </a:r>
          </a:p>
          <a:p>
            <a:r>
              <a:t>• IT-розробки та стартапи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Яким буде майбутнє?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ШІ стане невід'ємною частиною</a:t>
            </a:r>
          </a:p>
          <a:p>
            <a:r>
              <a:t>життя людей та економіки.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Висновок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Майбутнє ШІ — це можливості,</a:t>
            </a:r>
          </a:p>
          <a:p>
            <a:r>
              <a:t>відповідальність і розвиток.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